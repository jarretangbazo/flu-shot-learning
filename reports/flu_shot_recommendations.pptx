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Campaign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Go — and Why?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 Shot Learning: Data-Driven Recommendations for Vaccination Campaigns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Jarret Angbazo  |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recommendation is the highest-leverage intervention.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Concentrate resources on clinical workflow — not mass advertising.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2560320" cy="2286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0756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154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get H1N1 vaccine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26,707 respondents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560320" cy="2286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0756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3154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of vaccination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recommendation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2560320" cy="2286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0756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10pp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63640" y="3154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uptake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opinion non-responders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Broadcast Campaigns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931920" cy="3566160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Broadcast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message to everyone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spread evenly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people who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have vaccinated anyway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return on spend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822960"/>
            <a:ext cx="393192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E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2984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go to likely non-vaccinators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matched to hesitancy type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Physician-driven outreach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highest-risk patients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per dollar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9664" y="228600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966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Predicts Whether Someone Gets Vaccinated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recommendation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804672"/>
            <a:ext cx="5303520" cy="32918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804672"/>
            <a:ext cx="4879238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8470" y="841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vaccine efficacy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298448"/>
            <a:ext cx="5303520" cy="32918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298448"/>
            <a:ext cx="3818534" cy="329184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9222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personal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792224"/>
            <a:ext cx="5303520" cy="32918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792224"/>
            <a:ext cx="3606394" cy="329184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860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286000"/>
            <a:ext cx="5303520" cy="32918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286000"/>
            <a:ext cx="2227478" cy="329184"/>
          </a:xfrm>
          <a:prstGeom prst="rect">
            <a:avLst/>
          </a:prstGeom>
          <a:solidFill>
            <a:srgbClr val="8BBCCC"/>
          </a:solidFill>
          <a:ln w="12700">
            <a:solidFill>
              <a:srgbClr val="8BB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797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2779776"/>
            <a:ext cx="5303520" cy="32918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779776"/>
            <a:ext cx="1591056" cy="329184"/>
          </a:xfrm>
          <a:prstGeom prst="rect">
            <a:avLst/>
          </a:prstGeom>
          <a:solidFill>
            <a:srgbClr val="8BBCCC"/>
          </a:solidFill>
          <a:ln w="12700">
            <a:solidFill>
              <a:srgbClr val="8BB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735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factors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3273552"/>
            <a:ext cx="5303520" cy="32918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273552"/>
            <a:ext cx="742493" cy="329184"/>
          </a:xfrm>
          <a:prstGeom prst="rect">
            <a:avLst/>
          </a:prstGeom>
          <a:solidFill>
            <a:srgbClr val="8BBCCC"/>
          </a:solidFill>
          <a:ln w="12700">
            <a:solidFill>
              <a:srgbClr val="8BB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617720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6085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Physician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4617720"/>
            <a:ext cx="201168" cy="201168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6085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Attitudes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4617720"/>
            <a:ext cx="201168" cy="201168"/>
          </a:xfrm>
          <a:prstGeom prst="rect">
            <a:avLst/>
          </a:prstGeom>
          <a:solidFill>
            <a:srgbClr val="8BBCCC"/>
          </a:solidFill>
          <a:ln w="12700">
            <a:solidFill>
              <a:srgbClr val="8BB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6085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Demographics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Priorities for Resource Allocation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8046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Engagement Programs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06070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shows doctor recommendation is the top predictor for both H1N1 and seasonal flu. Resources directed at clinical workflow changes — EHR prompts, standing orders, annual visit reminders — have the highest expected return of any intervention.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11480" cy="411480"/>
          </a:xfrm>
          <a:prstGeom prst="ellipse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199339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Messaging for Attitude-Based Hesitancy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224942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tier of non-vaccinators are skeptical about efficacy and personal risk — not about access. Credible, physician-endorsed messaging about what vaccines do reaches this group. Generic awareness campaigns will not.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31821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Review Before Any Deployment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343814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performs well on average can under-serve specific demographic groups. Subgroup AUC analysis must be reviewed. A targeting system that directs fewer resources to populations with least existing care access requires explicit correction.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370832"/>
            <a:ext cx="850392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PRIORITIZE: General behavioral campaigns (handwashing, avoidance) show near-zero correlation with vaccination uptake in this population.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Tells Us Where to Push.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2402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recommendation dominates every other factor.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budget belongs in the clinic, not the mailer.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 and reproducible analysis available in project repository.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 Vaccination Campaign — Strategic Recommendations</dc:title>
  <dc:subject>PptxGenJS Presentation</dc:subject>
  <dc:creator>PptxGenJS</dc:creator>
  <cp:lastModifiedBy>PptxGenJS</cp:lastModifiedBy>
  <cp:revision>1</cp:revision>
  <dcterms:created xsi:type="dcterms:W3CDTF">2026-05-23T13:29:18Z</dcterms:created>
  <dcterms:modified xsi:type="dcterms:W3CDTF">2026-05-23T13:29:18Z</dcterms:modified>
</cp:coreProperties>
</file>